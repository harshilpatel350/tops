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TC Avant Garde Gothic" charset="1" panose="020B0502020202020204"/>
      <p:regular r:id="rId20"/>
    </p:embeddedFont>
    <p:embeddedFont>
      <p:font typeface="TT Fors" charset="1" panose="020B0003030001020000"/>
      <p:regular r:id="rId21"/>
    </p:embeddedFont>
    <p:embeddedFont>
      <p:font typeface="TT Fors Bold" charset="1" panose="020B000303000102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52575"/>
            <a:ext cx="9763125" cy="533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29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Clustering Algorithms in Unsupervised Learning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~Harshil Patel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3171825"/>
            <a:chOff x="0" y="0"/>
            <a:chExt cx="14935200" cy="42291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Introduction to Unsupervised Learning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Discovering hidden patterns in data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5042508"/>
            <a:chOff x="0" y="0"/>
            <a:chExt cx="14935200" cy="67233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Clustering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75164"/>
              <a:ext cx="110998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Clustering is a method of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grouping similar data points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, enabling tasks like market segmentation and image analysis. This facilitates insights and decision-making based on underlying patterns in the data.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Grouping Similar Data Points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K-Means Clustering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K-Means in Unsupervised Learning Applications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K-Means clustering is a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simple and efficient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algorithm that partitions data into distinct groups based on similarity.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Concept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algorithm operates by assigning data points to the nearest centroid, then recalculating centroids iteratively for optimal clustering.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Steps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Its main advantages include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ease of implementation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and speed, making it suitable for large datasets and real-time applications.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Advantages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5071110"/>
            <a:chOff x="0" y="0"/>
            <a:chExt cx="11099800" cy="67614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K-Means Cluster Visualization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5147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Cluster Dynamics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8133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Visualizing K-Means clusters reveals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distinct groupings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formed during the algorithm's execution, showcasing how data points are categorized based on proximity to centroids.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Hierarchical Clustering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the structure of data through clusters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Hierarchical clustering organizes data into a tree-like structure, enabling clearer visualization of relationships among data points.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Concept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There are two primary types: agglomerative (bottom-up) and divisive (top-down), each serving different clustering needs and methods.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Types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 dendrogram is a visual representation that illustrates the arrangement of clusters, showcasing the hierarchies and distances between them.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Dendrogram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6080760"/>
            <a:chOff x="0" y="0"/>
            <a:chExt cx="11099800" cy="81076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4319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Hierarchical Clustering Visualization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8609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Dendrograms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1595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Dendrograms visually represent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hierarchical relationships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among clusters, showcasing how clusters are merged or split at various levels, allowing for an intuitive understanding of the data structure.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DBSCAN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352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Density-Based Clustering Explained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5042508"/>
            <a:chOff x="0" y="0"/>
            <a:chExt cx="14935200" cy="67233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Need for Model Evaluation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75164"/>
              <a:ext cx="110998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Evaluating clustering results is essential for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assessing performance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and confirming the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validity of insights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gained. Effective model evaluation leads to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better decision-making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and enhanced understanding of data structures.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Ensuring Quality and Insights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4552950"/>
            <a:chOff x="0" y="0"/>
            <a:chExt cx="9182100" cy="6070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319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Internal Evaluation Metrics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085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Assessing clustering quality using various indices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Silhouette Score quantifies how similar an object is to its own cluster compared to other clusters, indicating cohesion and separation.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Silhouette Score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This index calculates the ratio of within-cluster distances to between-cluster distances, providing insights into the clustering scheme's effectiveness.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Davies-Bouldin Index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Calinski-Harabasz Index measures the ratio of between-cluster variance to within-cluster variance, helping evaluate the clustering performance quality.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Calinski-Harabasz Index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4552950"/>
            <a:chOff x="0" y="0"/>
            <a:chExt cx="9182100" cy="6070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319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External Evaluation Metrics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085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ARI and NMI for clustering analysis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Adjusted Rand Index (ARI)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quantifies the similarity between two different clusterings, providing a reliable measure of agreement.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Adjusted Rand Index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Normalized Mutual Information (NMI)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assesses the amount of information shared between two clusterings, helping to understand their correlation.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Normalized Mutual Information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These metrics are essential for validating clustering results, thus ensuring that the derived insights are meaningful and actionable.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Significance of Metrics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4552950"/>
            <a:chOff x="0" y="0"/>
            <a:chExt cx="9182100" cy="6070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319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Visual Evaluation Methods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085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Essential techniques for assessing clustering quality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Elbow Method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helps determine the optimal number of clusters by plotting explained variance against the number of clusters.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Elbow Method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Dendrogram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provides a visual representation of hierarchical clustering, illustrating the arrangement and relationships between clusters at different levels.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Dendrogram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Visualization methods are crucial in interpreting clustering results, enabling better understanding and insights into the data structure.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Visualization Importance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3442335"/>
            <a:chOff x="0" y="0"/>
            <a:chExt cx="5346700" cy="45897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K-Means clustering is known for its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speed and simplicity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, making it an excellent choice for large datasets. However, it is sensitive to the choice of initial centroids, which can impact results.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K-Means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3442335"/>
            <a:chOff x="0" y="0"/>
            <a:chExt cx="5346700" cy="45897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Hierarchical clustering provides a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detailed hierarchy of clusters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, which can be beneficial for understanding data. However, it may be slower on large datasets compared to other methods like K-Means.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Hierarchical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442335"/>
            <a:chOff x="0" y="0"/>
            <a:chExt cx="5346700" cy="45897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DBSCAN is robust to outliers and can identify clusters of varying shapes and sizes. However, its performance heavily depends on the choice of parameters, which can be challenging to optimize.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DBSCAN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3171825"/>
            <a:chOff x="0" y="0"/>
            <a:chExt cx="14935200" cy="42291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Comparison of Clustering Algorithms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5814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Evaluating different clustering methods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4032858"/>
            <a:chOff x="0" y="0"/>
            <a:chExt cx="14935200" cy="53771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Final Conclusion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428964"/>
              <a:ext cx="110998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Clustering algorithms are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essential for discovering patterns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in data. Proper model evaluation ensures the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quality and relevance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of results, making them valuable for informed decision-making in various applications.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352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Importance of Evaluation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DAG74BzKBIQ</dc:identifier>
  <dcterms:modified xsi:type="dcterms:W3CDTF">2011-08-01T06:04:30Z</dcterms:modified>
  <cp:revision>1</cp:revision>
  <dc:title>~Harshil Patel</dc:title>
</cp:coreProperties>
</file>